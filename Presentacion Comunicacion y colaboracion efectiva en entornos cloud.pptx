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64" r:id="rId5"/>
    <p:sldId id="265" r:id="rId6"/>
    <p:sldId id="266" r:id="rId7"/>
    <p:sldId id="261" r:id="rId8"/>
  </p:sldIdLst>
  <p:sldSz cx="18288000" cy="10287000"/>
  <p:notesSz cx="6858000" cy="9144000"/>
  <p:embeddedFontLst>
    <p:embeddedFont>
      <p:font typeface="HK Grotesk" panose="020B0604020202020204" charset="0"/>
      <p:regular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1477" autoAdjust="0"/>
  </p:normalViewPr>
  <p:slideViewPr>
    <p:cSldViewPr>
      <p:cViewPr varScale="1">
        <p:scale>
          <a:sx n="60" d="100"/>
          <a:sy n="60" d="100"/>
        </p:scale>
        <p:origin x="13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3E8DDC-05F6-42B6-8AEE-78AC54A064A9}" type="datetimeFigureOut">
              <a:rPr lang="es-CL" smtClean="0"/>
              <a:t>16-10-2025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753E0-8C9E-47B0-8139-664533A4B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925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753E0-8C9E-47B0-8139-664533A4BBA1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191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753E0-8C9E-47B0-8139-664533A4BBA1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645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que </a:t>
            </a:r>
            <a:r>
              <a:rPr lang="es-ES" dirty="0" err="1"/>
              <a:t>dire</a:t>
            </a:r>
            <a:r>
              <a:rPr lang="es-ES" dirty="0"/>
              <a:t> :</a:t>
            </a:r>
          </a:p>
          <a:p>
            <a:r>
              <a:rPr lang="es-ES" dirty="0"/>
              <a:t>tendremos un registro formal  con la información requerida</a:t>
            </a:r>
          </a:p>
          <a:p>
            <a:r>
              <a:rPr lang="es-ES" dirty="0"/>
              <a:t> </a:t>
            </a:r>
          </a:p>
          <a:p>
            <a:r>
              <a:rPr lang="es-ES" dirty="0"/>
              <a:t>Ayuda a expresar mayor precisión en los aspectos técnicos de su solicitud</a:t>
            </a:r>
          </a:p>
          <a:p>
            <a:endParaRPr lang="es-ES" dirty="0"/>
          </a:p>
          <a:p>
            <a:r>
              <a:rPr lang="es-ES" dirty="0"/>
              <a:t>ya que cada mensaje  tiene asociada una persona y fecha concreta</a:t>
            </a:r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753E0-8C9E-47B0-8139-664533A4BBA1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038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753E0-8C9E-47B0-8139-664533A4BBA1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1221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753E0-8C9E-47B0-8139-664533A4BBA1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453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00584" y="-15354"/>
            <a:ext cx="13868400" cy="10287000"/>
          </a:xfrm>
          <a:custGeom>
            <a:avLst/>
            <a:gdLst/>
            <a:ahLst/>
            <a:cxnLst/>
            <a:rect l="l" t="t" r="r" b="b"/>
            <a:pathLst>
              <a:path w="9611327" h="13560956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TextBox 6"/>
          <p:cNvSpPr txBox="1"/>
          <p:nvPr/>
        </p:nvSpPr>
        <p:spPr>
          <a:xfrm>
            <a:off x="2200584" y="1409700"/>
            <a:ext cx="13849969" cy="2151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2"/>
              </a:lnSpc>
            </a:pPr>
            <a:r>
              <a:rPr lang="es-E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Comunicación y Colaboración Efectiva en Entornos Cloud</a:t>
            </a:r>
            <a:endParaRPr lang="en-US" sz="6000" b="1" dirty="0">
              <a:solidFill>
                <a:srgbClr val="FFFFFF"/>
              </a:solidFill>
              <a:latin typeface="Trebuchet MS" panose="020B0603020202020204" pitchFamily="3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16061" y="7891438"/>
            <a:ext cx="4855878" cy="213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Andrés Flores</a:t>
            </a:r>
          </a:p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Felipe </a:t>
            </a:r>
            <a:r>
              <a:rPr lang="en-US" sz="2800" i="1" dirty="0" err="1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Urtubia</a:t>
            </a:r>
            <a:endParaRPr lang="en-US" sz="2800" i="1" dirty="0">
              <a:solidFill>
                <a:srgbClr val="FFFFFF"/>
              </a:solidFill>
              <a:latin typeface="Trebuchet MS" panose="020B0603020202020204" pitchFamily="34" charset="0"/>
              <a:ea typeface="HK Grotesk Italics"/>
              <a:cs typeface="HK Grotesk Italics"/>
              <a:sym typeface="HK Grotesk Italics"/>
            </a:endParaRPr>
          </a:p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Francisco Meza </a:t>
            </a:r>
            <a:r>
              <a:rPr lang="en-US" sz="2800" i="1" dirty="0" err="1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Dastres</a:t>
            </a:r>
            <a:r>
              <a:rPr lang="en-US" sz="2800" i="1" dirty="0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 </a:t>
            </a:r>
          </a:p>
          <a:p>
            <a:pPr algn="ctr">
              <a:lnSpc>
                <a:spcPts val="4200"/>
              </a:lnSpc>
            </a:pPr>
            <a:r>
              <a:rPr lang="en-US" sz="2800" i="1" dirty="0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Lisette </a:t>
            </a:r>
            <a:r>
              <a:rPr lang="en-US" sz="2800" i="1" dirty="0" err="1">
                <a:solidFill>
                  <a:srgbClr val="FFFFFF"/>
                </a:solidFill>
                <a:latin typeface="Trebuchet MS" panose="020B0603020202020204" pitchFamily="34" charset="0"/>
                <a:ea typeface="HK Grotesk Italics"/>
                <a:cs typeface="HK Grotesk Italics"/>
                <a:sym typeface="HK Grotesk Italics"/>
              </a:rPr>
              <a:t>Jofré</a:t>
            </a:r>
            <a:endParaRPr lang="en-US" sz="2800" i="1" dirty="0">
              <a:solidFill>
                <a:srgbClr val="FFFFFF"/>
              </a:solidFill>
              <a:latin typeface="Trebuchet MS" panose="020B0603020202020204" pitchFamily="34" charset="0"/>
              <a:ea typeface="HK Grotesk Italics"/>
              <a:cs typeface="HK Grotesk Italics"/>
              <a:sym typeface="HK Grotesk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00584" y="1409700"/>
            <a:ext cx="13849969" cy="1023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2"/>
              </a:lnSpc>
            </a:pPr>
            <a:r>
              <a:rPr lang="es-E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Introducción</a:t>
            </a:r>
            <a:endParaRPr lang="en-US" sz="6000" b="1" dirty="0">
              <a:solidFill>
                <a:srgbClr val="FFFFFF"/>
              </a:solidFill>
              <a:latin typeface="Trebuchet MS" panose="020B0603020202020204" pitchFamily="3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21216B5-223F-4282-324C-875094E61374}"/>
              </a:ext>
            </a:extLst>
          </p:cNvPr>
          <p:cNvSpPr txBox="1"/>
          <p:nvPr/>
        </p:nvSpPr>
        <p:spPr>
          <a:xfrm>
            <a:off x="3352800" y="5143500"/>
            <a:ext cx="118872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4000" dirty="0">
                <a:solidFill>
                  <a:schemeClr val="bg1"/>
                </a:solidFill>
              </a:rPr>
              <a:t>Abarcaremos un caso práctico de comunicación y colaboración efectiva desde el perfil de administrador AWS, simulando situaciones reales.</a:t>
            </a:r>
            <a:endParaRPr lang="en-US" sz="4000" i="1" dirty="0">
              <a:solidFill>
                <a:schemeClr val="bg1"/>
              </a:solidFill>
              <a:latin typeface="Trebuchet MS" panose="020B0603020202020204" pitchFamily="34" charset="0"/>
              <a:ea typeface="HK Grotesk Italics"/>
              <a:cs typeface="HK Grotesk Italics"/>
              <a:sym typeface="HK Grotesk Italics"/>
            </a:endParaRPr>
          </a:p>
        </p:txBody>
      </p:sp>
    </p:spTree>
    <p:extLst>
      <p:ext uri="{BB962C8B-B14F-4D97-AF65-F5344CB8AC3E}">
        <p14:creationId xmlns:p14="http://schemas.microsoft.com/office/powerpoint/2010/main" val="105507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649214" y="571500"/>
            <a:ext cx="8229600" cy="8229600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2910400"/>
            <a:ext cx="6142093" cy="94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Caso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699" y="4280023"/>
            <a:ext cx="8417287" cy="3804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87"/>
              </a:lnSpc>
            </a:pP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Un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cliente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nuevo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AWS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desea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que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su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aplicación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“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nunca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se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caiga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”,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pero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no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entiende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qué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debe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pagar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servicios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adicionales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como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balanceadores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o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instancias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4000" dirty="0" err="1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duplicadas</a:t>
            </a:r>
            <a:r>
              <a:rPr lang="en-US" sz="4000" dirty="0">
                <a:solidFill>
                  <a:srgbClr val="FFFFFF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910400"/>
            <a:ext cx="7200900" cy="946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Mensaje</a:t>
            </a: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Redactado</a:t>
            </a:r>
            <a:endParaRPr lang="en-US" sz="6000" b="1" dirty="0">
              <a:solidFill>
                <a:srgbClr val="FFFFFF"/>
              </a:solidFill>
              <a:latin typeface="Trebuchet MS" panose="020B0603020202020204" pitchFamily="3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40A1FC25-0B98-DAA1-17DC-48135A100B80}"/>
              </a:ext>
            </a:extLst>
          </p:cNvPr>
          <p:cNvSpPr/>
          <p:nvPr/>
        </p:nvSpPr>
        <p:spPr>
          <a:xfrm>
            <a:off x="8263467" y="294590"/>
            <a:ext cx="9697819" cy="9697819"/>
          </a:xfrm>
          <a:custGeom>
            <a:avLst/>
            <a:gdLst/>
            <a:ahLst/>
            <a:cxnLst/>
            <a:rect l="l" t="t" r="r" b="b"/>
            <a:pathLst>
              <a:path w="9697819" h="9697819">
                <a:moveTo>
                  <a:pt x="0" y="0"/>
                </a:moveTo>
                <a:lnTo>
                  <a:pt x="9697820" y="0"/>
                </a:lnTo>
                <a:lnTo>
                  <a:pt x="9697820" y="9697819"/>
                </a:lnTo>
                <a:lnTo>
                  <a:pt x="0" y="9697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6E766432-0541-6E9F-A1E1-99DB5BB481F0}"/>
              </a:ext>
            </a:extLst>
          </p:cNvPr>
          <p:cNvSpPr txBox="1"/>
          <p:nvPr/>
        </p:nvSpPr>
        <p:spPr>
          <a:xfrm>
            <a:off x="8576748" y="441448"/>
            <a:ext cx="9000049" cy="964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en-US" sz="2137" b="1" dirty="0" err="1">
                <a:solidFill>
                  <a:srgbClr val="010F19"/>
                </a:solidFill>
                <a:latin typeface="Trebuchet MS" panose="020B0603020202020204" pitchFamily="34" charset="0"/>
                <a:ea typeface="HK Grotesk Bold"/>
                <a:cs typeface="HK Grotesk Bold"/>
                <a:sym typeface="HK Grotesk Bold"/>
              </a:rPr>
              <a:t>Estimado</a:t>
            </a:r>
            <a:r>
              <a:rPr lang="en-US" sz="2137" b="1" dirty="0">
                <a:solidFill>
                  <a:srgbClr val="010F19"/>
                </a:solidFill>
                <a:latin typeface="Trebuchet MS" panose="020B0603020202020204" pitchFamily="34" charset="0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2137" b="1" dirty="0" err="1">
                <a:solidFill>
                  <a:srgbClr val="010F19"/>
                </a:solidFill>
                <a:latin typeface="Trebuchet MS" panose="020B0603020202020204" pitchFamily="34" charset="0"/>
                <a:ea typeface="HK Grotesk Bold"/>
                <a:cs typeface="HK Grotesk Bold"/>
                <a:sym typeface="HK Grotesk Bold"/>
              </a:rPr>
              <a:t>Cliente</a:t>
            </a:r>
            <a:r>
              <a:rPr lang="en-US" sz="2137" b="1" dirty="0">
                <a:solidFill>
                  <a:srgbClr val="010F19"/>
                </a:solidFill>
                <a:latin typeface="Trebuchet MS" panose="020B0603020202020204" pitchFamily="34" charset="0"/>
                <a:ea typeface="HK Grotesk Bold"/>
                <a:cs typeface="HK Grotesk Bold"/>
                <a:sym typeface="HK Grotesk Bold"/>
              </a:rPr>
              <a:t>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Espero que se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encuentre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muy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bien. Quisiera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explicar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brevemente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qué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significa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alta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disponibilidad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y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qué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requiere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ciertos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recursos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adicionales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AWS.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endParaRPr lang="en-US" sz="2037" dirty="0">
              <a:solidFill>
                <a:srgbClr val="010F19"/>
              </a:solidFill>
              <a:latin typeface="Trebuchet MS" panose="020B0603020202020204" pitchFamily="34" charset="0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alta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disponibilidad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busca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que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una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aplicación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siga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funcionando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incluso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algo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falla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ejemplo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una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zona de AWS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tiene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problema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servidor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deja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responder. Para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lograrlo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se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necesitan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copias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instancias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duplicadas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servicios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principales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y,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muchos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casos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balanceador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carga que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distribuya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tráfico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entre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ellas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asegura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que,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componente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deja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funcionar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otro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continúe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atendiendo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usuarios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sin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interrupción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endParaRPr lang="en-US" sz="2037" dirty="0">
              <a:solidFill>
                <a:srgbClr val="010F19"/>
              </a:solidFill>
              <a:latin typeface="Trebuchet MS" panose="020B0603020202020204" pitchFamily="34" charset="0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Podemos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compararlo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con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tener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dos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generadores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eléctricos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lugar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uno: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mientras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primero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cubre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la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demanda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segundo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está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listo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primero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falla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garantiza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continuidad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pero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también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implica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adicional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equipo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y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su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mantenimiento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endParaRPr lang="en-US" sz="2037" dirty="0">
              <a:solidFill>
                <a:srgbClr val="010F19"/>
              </a:solidFill>
              <a:latin typeface="Trebuchet MS" panose="020B0603020202020204" pitchFamily="34" charset="0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 lo tanto,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aumento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no es un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sobrecargo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sino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una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inversión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seguridad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confianza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y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continuidad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del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servicio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reduciendo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el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riesgo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pérdida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de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clientes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o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ingresos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por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caídas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inesperadas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Quedo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atento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si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desea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que prepare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una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pequeña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presentación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con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ejemplos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visuales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para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revisar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las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opciones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más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convenientes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según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su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presupuesto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.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endParaRPr lang="en-US" sz="2037" dirty="0">
              <a:solidFill>
                <a:srgbClr val="010F19"/>
              </a:solidFill>
              <a:latin typeface="Trebuchet MS" panose="020B0603020202020204" pitchFamily="34" charset="0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Saludos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</a:t>
            </a: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cordiales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, </a:t>
            </a:r>
          </a:p>
          <a:p>
            <a:pPr algn="l">
              <a:lnSpc>
                <a:spcPts val="2851"/>
              </a:lnSpc>
              <a:spcBef>
                <a:spcPct val="0"/>
              </a:spcBef>
            </a:pPr>
            <a:r>
              <a:rPr lang="en-US" sz="2037" dirty="0" err="1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Equipo</a:t>
            </a:r>
            <a:r>
              <a:rPr lang="en-US" sz="2037" dirty="0">
                <a:solidFill>
                  <a:srgbClr val="010F19"/>
                </a:solidFill>
                <a:latin typeface="Trebuchet MS" panose="020B0603020202020204" pitchFamily="34" charset="0"/>
                <a:ea typeface="HK Grotesk"/>
                <a:cs typeface="HK Grotesk"/>
                <a:sym typeface="HK Grotesk"/>
              </a:rPr>
              <a:t> AWS </a:t>
            </a:r>
          </a:p>
        </p:txBody>
      </p:sp>
    </p:spTree>
    <p:extLst>
      <p:ext uri="{BB962C8B-B14F-4D97-AF65-F5344CB8AC3E}">
        <p14:creationId xmlns:p14="http://schemas.microsoft.com/office/powerpoint/2010/main" val="340988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910400"/>
            <a:ext cx="7200900" cy="1972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Método</a:t>
            </a: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Escogido</a:t>
            </a: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 y </a:t>
            </a: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Justificación</a:t>
            </a:r>
            <a:endParaRPr lang="en-US" sz="6000" b="1" dirty="0">
              <a:solidFill>
                <a:srgbClr val="FFFFFF"/>
              </a:solidFill>
              <a:latin typeface="Trebuchet MS" panose="020B0603020202020204" pitchFamily="3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DC28040-45EE-B9CF-A956-1650827A84B2}"/>
              </a:ext>
            </a:extLst>
          </p:cNvPr>
          <p:cNvSpPr txBox="1"/>
          <p:nvPr/>
        </p:nvSpPr>
        <p:spPr>
          <a:xfrm>
            <a:off x="609600" y="5417286"/>
            <a:ext cx="740218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Nos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permite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mantener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todo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bien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documentado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y claro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9910EF5-216D-D966-A18C-B41C72D363E0}"/>
              </a:ext>
            </a:extLst>
          </p:cNvPr>
          <p:cNvSpPr txBox="1"/>
          <p:nvPr/>
        </p:nvSpPr>
        <p:spPr>
          <a:xfrm>
            <a:off x="581176" y="6905146"/>
            <a:ext cx="7430609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Ayuda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expresar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mayor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precisión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los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aspectos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técnicos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de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solicitud</a:t>
            </a:r>
            <a:endParaRPr lang="en-US" sz="2799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DEC63BC-C477-3DF7-19FA-3B803B7ED3DE}"/>
              </a:ext>
            </a:extLst>
          </p:cNvPr>
          <p:cNvSpPr txBox="1"/>
          <p:nvPr/>
        </p:nvSpPr>
        <p:spPr>
          <a:xfrm>
            <a:off x="618067" y="8393006"/>
            <a:ext cx="7430609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Garantiza</a:t>
            </a:r>
            <a:r>
              <a:rPr lang="en-US" sz="2799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99" dirty="0" err="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transparencia</a:t>
            </a:r>
            <a:endParaRPr lang="en-US" sz="2799" dirty="0">
              <a:solidFill>
                <a:srgbClr val="FFFFFF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441F98B-E6BB-E653-6665-8A827F76F3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97726" y="1866901"/>
            <a:ext cx="9375811" cy="633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4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13643" y="-2113643"/>
            <a:ext cx="10287000" cy="14514286"/>
          </a:xfrm>
          <a:custGeom>
            <a:avLst/>
            <a:gdLst/>
            <a:ahLst/>
            <a:cxnLst/>
            <a:rect l="l" t="t" r="r" b="b"/>
            <a:pathLst>
              <a:path w="10287000" h="14514286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910400"/>
            <a:ext cx="7200900" cy="946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Reflexión</a:t>
            </a:r>
            <a:r>
              <a:rPr lang="en-US" sz="6000" b="1" dirty="0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6000" b="1" dirty="0" err="1">
                <a:solidFill>
                  <a:srgbClr val="FFFFFF"/>
                </a:solidFill>
                <a:latin typeface="Trebuchet MS" panose="020B0603020202020204" pitchFamily="34" charset="0"/>
                <a:ea typeface="Glacial Indifference Bold"/>
                <a:cs typeface="Glacial Indifference Bold"/>
                <a:sym typeface="Glacial Indifference Bold"/>
              </a:rPr>
              <a:t>grupal</a:t>
            </a:r>
            <a:endParaRPr lang="en-US" sz="6000" b="1" dirty="0">
              <a:solidFill>
                <a:srgbClr val="FFFFFF"/>
              </a:solidFill>
              <a:latin typeface="Trebuchet MS" panose="020B0603020202020204" pitchFamily="34" charset="0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AFE9F2-8F9F-DD01-31E4-C7E74222B4E6}"/>
              </a:ext>
            </a:extLst>
          </p:cNvPr>
          <p:cNvSpPr txBox="1"/>
          <p:nvPr/>
        </p:nvSpPr>
        <p:spPr>
          <a:xfrm>
            <a:off x="2552700" y="4520124"/>
            <a:ext cx="13182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  <a:latin typeface="Trebuchet MS" panose="020B0603020202020204" pitchFamily="34" charset="0"/>
              </a:rPr>
              <a:t>El ejercicio destacó la importancia de explicar conceptos técnicos con claridad, mostrar que el costo extra es una inversión en continuidad y confianza, y mantener una comunicación profesional por correo electrónico.</a:t>
            </a:r>
            <a:endParaRPr lang="es-CL" sz="28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83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AABD4D1-9625-3189-2080-12920D330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5" y="742374"/>
            <a:ext cx="13239750" cy="8802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393</Words>
  <Application>Microsoft Office PowerPoint</Application>
  <PresentationFormat>Personalizado</PresentationFormat>
  <Paragraphs>39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HK Grotesk</vt:lpstr>
      <vt:lpstr>Trebuchet MS</vt:lpstr>
      <vt:lpstr>Arial</vt:lpstr>
      <vt:lpstr>Calibri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negocio formas orgánicas profesional azul y beis</dc:title>
  <dc:creator>Francisco Meza</dc:creator>
  <cp:lastModifiedBy>Francisco Meza</cp:lastModifiedBy>
  <cp:revision>3</cp:revision>
  <dcterms:created xsi:type="dcterms:W3CDTF">2006-08-16T00:00:00Z</dcterms:created>
  <dcterms:modified xsi:type="dcterms:W3CDTF">2025-10-16T18:30:03Z</dcterms:modified>
  <dc:identifier>DAG1xUR7wPM</dc:identifier>
</cp:coreProperties>
</file>